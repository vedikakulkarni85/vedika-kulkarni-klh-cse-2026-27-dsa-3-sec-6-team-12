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56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48840"/>
            <a:ext cx="128016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DOCUMENT REPOSITORY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Clause-Level Search, Version Diffing &amp; Contradiction Detection for Legal Documents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47091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10149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professionals routinely search across large volumes of contracts, affidavits, and case documents for specific clauses, precedents, and amendments. Generic file-storage systems index only at the document level and offer no way to detect conflicting terms across versions.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Legal Document Repository that indexes and retrieves content at the clause level, tracks amendments through structured version diffing, and flags conflicting terms between related clauses — going beyond simple document storage to support real legal workflows.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4206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Buried Clauses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on full documents returns entire files, not the specific clause a user needs — slow and imprecise for legal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429000" cy="4206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Untracked Amendments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contract is revised, there is no efficient way to see exactly what changed between versions.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429000" cy="4206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Conflicts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32918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documents (e.g. amended contracts) can contain contradicting terms — mismatched dates or amounts — that go unnoticed until disputed.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6636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6733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Clause-Level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retrieve specific clauses across the entire document corpus, not just whole files.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16636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16733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Loading &amp; Diffing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0848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amended document and view a precise diff against the prior version.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16636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2278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639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 contradicting terms (dates, durations, amounts) between related clauses.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063240"/>
            <a:ext cx="516636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3310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32278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Metadata &amp; Tagging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639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documents by type, date, parties, and jurisdiction for structured browsing.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516636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864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47823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Clause Suggestions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19379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clauses similar in topic to the one currently being viewed.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5166360" cy="14173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4864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7823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519379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and viewer modes within the desktop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6616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411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(JDK)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entire application — no web framework, runs as a standalone program.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356616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737360"/>
            <a:ext cx="411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inverted index — maps each clause's words to the clauses containing them, for instant search.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508760"/>
            <a:ext cx="356616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1737360"/>
            <a:ext cx="411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autocomplete/prefix search when typing legal terms or case names.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356616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931920"/>
            <a:ext cx="411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LCS Algorithm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document versions line-by-line to generate the diff view.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3703320"/>
            <a:ext cx="356616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931920"/>
            <a:ext cx="411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I/O (Serialization)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loads documents/clauses to local files — replaces a database entirely.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3703320"/>
            <a:ext cx="3566160" cy="1965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458200" y="3931920"/>
            <a:ext cx="411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Swing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5820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desktop GUI — upload, search, and diff screens, no browser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783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repository that retrieves clauses, not just documents, in real time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834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diff view showing precise changes between any two document versions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886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conflict flags when a new version introduces contradicting terms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functional, demo-ready system covering search, versioning, and conflict detection end-to-end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Bhavagna Reddy</cp:lastModifiedBy>
  <cp:revision>2</cp:revision>
  <dcterms:created xsi:type="dcterms:W3CDTF">2026-08-13T09:04:41Z</dcterms:created>
  <dcterms:modified xsi:type="dcterms:W3CDTF">2026-08-13T09:06:14Z</dcterms:modified>
</cp:coreProperties>
</file>